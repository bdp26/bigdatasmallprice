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Data Small Price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 dynamischer Strompreise unter Einbezug von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Echtzeit-Wetterdaten und Day-Ahead-Preisen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12700">
            <a:solidFill>
              <a:srgbClr val="3A3F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2026 müssen Schweizer Netzbetreiber dynamische Stromtarife anbieten. Preise reagieren kurzfristig auf Angebot und Nachfrage – sind für Endverbraucher aber kaum prognostizierbar.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606040"/>
            <a:ext cx="2560320" cy="2011680"/>
          </a:xfrm>
          <a:prstGeom prst="rect">
            <a:avLst/>
          </a:prstGeom>
          <a:solidFill>
            <a:srgbClr val="2428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Winterthur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21792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Prognose-Horizont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Stunden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Projekt DS23t PM4  |  Bachmann Ryan, Dinis Silva Miguel, Ruchti Gian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Preistransparenz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Endverbraucher können Strompreisschwankungen nicht vorhersehen und verpassen Einsparpotenzial.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 Datenquellen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Markt-, Wetter- und Verbrauchsdaten liegen in unterschiedlichen Formaten und Frequenzen vor.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genau lassen sich kurzfristige Strompreise für Winterthur durch die Kombination von Day-Ahead-Preisen und meteorologischen Echtzeitdaten prognostizieren?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METHODE &amp; DATEN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5840" y="1115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ETL-Pipeline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aus ENTSO-E, MeteoSchweiz, EKZ, BAFU laden und in Datenbank speichern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56232"/>
            <a:ext cx="320040" cy="32004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2039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Lag-Variablen, gleitende Mittelwerte, Wetter-Preis-Interaktionen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569464"/>
            <a:ext cx="320040" cy="32004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569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Export-Pipeline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752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Effiziente Big-Data-Formate (.h5 / .parquet)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282696"/>
            <a:ext cx="320040" cy="32004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82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3255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ML-Modellierung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" y="3465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Random Forest, LSTM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995928"/>
            <a:ext cx="320040" cy="32004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" y="4178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Modellgüte an historischen Testperioden prüfen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0" y="114300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3035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DATENQUELLEN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916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1500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7150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Day-Ahead-Preise, Last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3172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71500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MeteoSchweiz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71500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Temp., Strahlung, Wind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97180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71500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 API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7150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Strompreise</a:t>
            </a:r>
            <a:endParaRPr lang="en-US" sz="10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61188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71500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BAFU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71500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Wasserpegel CH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303520" y="4160520"/>
            <a:ext cx="3200400" cy="3200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0" name="Text 33"/>
          <p:cNvSpPr/>
          <p:nvPr/>
        </p:nvSpPr>
        <p:spPr>
          <a:xfrm>
            <a:off x="530352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Millionen Datenpunkte kombiniert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ERWARTETE ERGEBNISSE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2428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Preisprognose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24h-Vorhersage mit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Unsicherheitsintervall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2428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Zeitfenster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6928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Günstige &amp; teure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Zeiten markiert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2428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63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Visualisierung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Winterthur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2428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2834640"/>
            <a:ext cx="54864" cy="1371600"/>
          </a:xfrm>
          <a:prstGeom prst="rect">
            <a:avLst/>
          </a:prstGeom>
          <a:solidFill>
            <a:srgbClr val="0D6EF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063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Empfehlungen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66928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Gerätespezifisch, z.B.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Waschmaschine 13–15 Uhr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Small Price  |  DS23t PM4  |  2025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97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Small Price</dc:title>
  <dc:subject>PptxGenJS Presentation</dc:subject>
  <dc:creator>Bachmann Ryan, Dinis Silva Miguel, Ruchti Gian</dc:creator>
  <cp:lastModifiedBy>Bachmann Ryan, Dinis Silva Miguel, Ruchti Gian</cp:lastModifiedBy>
  <cp:revision>1</cp:revision>
  <dcterms:created xsi:type="dcterms:W3CDTF">2026-03-01T15:20:20Z</dcterms:created>
  <dcterms:modified xsi:type="dcterms:W3CDTF">2026-03-01T15:20:20Z</dcterms:modified>
</cp:coreProperties>
</file>